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4660"/>
  </p:normalViewPr>
  <p:slideViewPr>
    <p:cSldViewPr snapToGrid="0">
      <p:cViewPr varScale="1">
        <p:scale>
          <a:sx n="144" d="100"/>
          <a:sy n="144" d="100"/>
        </p:scale>
        <p:origin x="872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8C93F-ACD7-1D90-4F92-CCEB705D9B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592CD1-27D9-B36D-B85F-1918DF3625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23C292-2ECE-6EF9-693E-B0A64F379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023F0-7EC0-439A-8E03-81357C47DE71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E3F5F4-E834-5AE4-FB86-284FB2F75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FC57B5-4983-27AC-D9BF-B475FDDF6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E41CA-55DF-43B8-99AC-1C7687BEE2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074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5E64A-663B-AE73-8755-4F60B864E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2662B0-266E-94A3-B7CF-3E6C96050C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93803E-F610-BB2D-71F3-44D58374F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023F0-7EC0-439A-8E03-81357C47DE71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FF145-DEC8-20B0-6AD1-19874BDE9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63FFDE-F9AE-04EF-9F6C-1FCA86F87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E41CA-55DF-43B8-99AC-1C7687BEE2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941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E6DE5-6DCF-6F8B-9C55-60FC98B65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FD13F8-B5DA-0BA2-28EB-E2DBB257BF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9FBDA9-4346-B4B5-3324-8DE090144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023F0-7EC0-439A-8E03-81357C47DE71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98C861-2410-17FE-AEA5-2AE62F023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3EEC3E-914B-C13B-CB14-73F8DDB2B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E41CA-55DF-43B8-99AC-1C7687BEE2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131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93DBB-EE1E-5F58-CF0B-4C1499426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923B8D-946E-5178-BAAE-EAEAFFED23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EB41EC-38D5-A98F-E104-2C29C5BA02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B52A81-1B6F-1FFF-859D-F7A42E1A0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023F0-7EC0-439A-8E03-81357C47DE71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8A6784-929B-FB2C-F31A-F87AC44DA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4A93E5-3322-9F26-CE0C-D984F9AC0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E41CA-55DF-43B8-99AC-1C7687BEE2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754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1518C-8675-973F-E951-0AA95902E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C870A6-34CA-69F9-4F8B-606ADED827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6E2230-3578-3B36-B481-9793BE3DC6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ADC5B0-7134-9E47-F9BD-5CBC00EED7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C638D2-7F14-65B3-5CD5-AEF1063308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090F0F-11B4-FD60-2F5A-3D5A403C5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023F0-7EC0-439A-8E03-81357C47DE71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2525A4-E273-7BA2-F2B8-0B0ACBFE4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602F23-7CA4-64FC-39DF-7699BCC87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E41CA-55DF-43B8-99AC-1C7687BEE2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005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C1C80-2691-7207-1043-AA853FAF6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DB4B6A-0ACD-B8B7-A77B-AD1E12288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023F0-7EC0-439A-8E03-81357C47DE71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DED518-3C27-42B1-F843-C8FA68069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7A72E3-7107-0FA9-2282-2E6692E47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E41CA-55DF-43B8-99AC-1C7687BEE2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643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A1EC06-96A8-001B-15BF-D3EBA4B86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023F0-7EC0-439A-8E03-81357C47DE71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FD2CAF-50B2-FE11-6643-5B10C76B0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2304AA-E0B1-318C-6387-00EFC72EA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E41CA-55DF-43B8-99AC-1C7687BEE2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60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7C459-CA5B-B683-838E-CFB097D29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1E740B-2E14-6322-E4F6-6285A0218F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DD92F8-7DD9-6B02-3056-4795C4F92E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6F586D-E72C-D136-F437-1F1C97136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023F0-7EC0-439A-8E03-81357C47DE71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271F3C-923F-2953-24DE-5A48DD6DC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ECE682-6A5B-11F0-F23D-5DE400695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E41CA-55DF-43B8-99AC-1C7687BEE2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5265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8A062-F729-CC9B-7E40-8C7595648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160DBE-6769-8FCC-F085-A39B9CF2BF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D0F08B-F54C-BB05-7A2A-2E00E5B4CC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441D70-5C42-1A53-8549-ED0DE97DB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023F0-7EC0-439A-8E03-81357C47DE71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83ADA3-5C82-D054-857B-393E54613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5CAB4D-B3D8-56A7-AB8D-DAAFDE67A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E41CA-55DF-43B8-99AC-1C7687BEE2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5481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ED3F7-8DE4-62DA-15AD-08D9E4F19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071233-AC07-CB86-1596-385DF2FEE9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A81B99-DB37-81B7-7BFE-1558D610C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023F0-7EC0-439A-8E03-81357C47DE71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B12B03-E348-1973-8FA6-E7C60117C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4DB33-1C8A-B319-E71F-E85DC4094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E41CA-55DF-43B8-99AC-1C7687BEE2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3960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E1013E-2281-23DA-52B8-C378074AB0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987B97-14EF-8367-A921-0E80FDD07A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3B03CF-CFE6-E4FE-454F-68249C287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023F0-7EC0-439A-8E03-81357C47DE71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B020AD-D8DC-4005-D553-E2B41E554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44BFC2-EC70-6438-C058-33681E2F6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E41CA-55DF-43B8-99AC-1C7687BEE2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9983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6E3A86-E39E-F099-D77C-1BE2C7E2E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C1CB8F-DA9B-56C3-0C46-CEC6521CD5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DFF817-102E-B04C-AEDC-4EED75DEAC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B023F0-7EC0-439A-8E03-81357C47DE71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B7CDA3-52DD-4FCC-59A2-D360BAA02D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757C29-61D4-7B4E-0FB2-DAE9004792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2E41CA-55DF-43B8-99AC-1C7687BEE2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366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5DDC6-63E2-D9AD-EDEC-2F5B0A8B4E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62037 CRESS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B3C137-10D8-2E4F-3D5B-79292F863C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ICR Analysis – Will Kew</a:t>
            </a:r>
          </a:p>
          <a:p>
            <a:r>
              <a:rPr lang="en-US" dirty="0"/>
              <a:t>March 6</a:t>
            </a:r>
            <a:r>
              <a:rPr lang="en-US" baseline="30000" dirty="0"/>
              <a:t>th</a:t>
            </a:r>
            <a:r>
              <a:rPr lang="en-US" dirty="0"/>
              <a:t> 2026</a:t>
            </a:r>
          </a:p>
        </p:txBody>
      </p:sp>
    </p:spTree>
    <p:extLst>
      <p:ext uri="{BB962C8B-B14F-4D97-AF65-F5344CB8AC3E}">
        <p14:creationId xmlns:p14="http://schemas.microsoft.com/office/powerpoint/2010/main" val="682617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D687F-2B21-3302-F9DB-F5881948B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QC Checks</a:t>
            </a:r>
          </a:p>
        </p:txBody>
      </p:sp>
      <p:pic>
        <p:nvPicPr>
          <p:cNvPr id="5" name="Content Placeholder 4" descr="Chart, scatter chart&#10;&#10;AI-generated content may be incorrect.">
            <a:extLst>
              <a:ext uri="{FF2B5EF4-FFF2-40B4-BE49-F238E27FC236}">
                <a16:creationId xmlns:a16="http://schemas.microsoft.com/office/drawing/2014/main" id="{83F073F1-935D-F0BB-7C65-A17D6C066B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074" y="1581819"/>
            <a:ext cx="4149886" cy="2738773"/>
          </a:xfrm>
          <a:prstGeom prst="rect">
            <a:avLst/>
          </a:prstGeom>
        </p:spPr>
      </p:pic>
      <p:pic>
        <p:nvPicPr>
          <p:cNvPr id="7" name="Picture 6" descr="Chart, box and whisker chart&#10;&#10;AI-generated content may be incorrect.">
            <a:extLst>
              <a:ext uri="{FF2B5EF4-FFF2-40B4-BE49-F238E27FC236}">
                <a16:creationId xmlns:a16="http://schemas.microsoft.com/office/drawing/2014/main" id="{669A2D4A-2010-ED2A-573D-0BFF9BE769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4116" y="752290"/>
            <a:ext cx="7517869" cy="1876796"/>
          </a:xfrm>
          <a:prstGeom prst="rect">
            <a:avLst/>
          </a:prstGeom>
        </p:spPr>
      </p:pic>
      <p:pic>
        <p:nvPicPr>
          <p:cNvPr id="9" name="Picture 8" descr="Chart, box and whisker chart&#10;&#10;AI-generated content may be incorrect.">
            <a:extLst>
              <a:ext uri="{FF2B5EF4-FFF2-40B4-BE49-F238E27FC236}">
                <a16:creationId xmlns:a16="http://schemas.microsoft.com/office/drawing/2014/main" id="{BFA65CB2-3E04-B751-F089-612D6CF012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5701" y="3403133"/>
            <a:ext cx="4259887" cy="3254351"/>
          </a:xfrm>
          <a:prstGeom prst="rect">
            <a:avLst/>
          </a:prstGeom>
        </p:spPr>
      </p:pic>
      <p:pic>
        <p:nvPicPr>
          <p:cNvPr id="11" name="Picture 10" descr="Chart, box and whisker chart&#10;&#10;AI-generated content may be incorrect.">
            <a:extLst>
              <a:ext uri="{FF2B5EF4-FFF2-40B4-BE49-F238E27FC236}">
                <a16:creationId xmlns:a16="http://schemas.microsoft.com/office/drawing/2014/main" id="{BFBB2C77-9829-CF6A-CEC9-58A9045E52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5588" y="3671388"/>
            <a:ext cx="3626412" cy="2908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7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95D3F-A646-62E8-C4B1-912F732A1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TIC distributions</a:t>
            </a:r>
          </a:p>
        </p:txBody>
      </p:sp>
      <p:pic>
        <p:nvPicPr>
          <p:cNvPr id="5" name="Content Placeholder 4" descr="Chart, box and whisker chart&#10;&#10;AI-generated content may be incorrect.">
            <a:extLst>
              <a:ext uri="{FF2B5EF4-FFF2-40B4-BE49-F238E27FC236}">
                <a16:creationId xmlns:a16="http://schemas.microsoft.com/office/drawing/2014/main" id="{AED45611-8ABA-7C46-B825-737DB4DA28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82680" y="1825625"/>
            <a:ext cx="7426639" cy="43513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1E278AF-8BF1-3B0E-E07B-6BC664B80E35}"/>
              </a:ext>
            </a:extLst>
          </p:cNvPr>
          <p:cNvSpPr txBox="1"/>
          <p:nvPr/>
        </p:nvSpPr>
        <p:spPr>
          <a:xfrm>
            <a:off x="1665357" y="6078330"/>
            <a:ext cx="3369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TIC seems low for the samples? </a:t>
            </a:r>
          </a:p>
        </p:txBody>
      </p:sp>
    </p:spTree>
    <p:extLst>
      <p:ext uri="{BB962C8B-B14F-4D97-AF65-F5344CB8AC3E}">
        <p14:creationId xmlns:p14="http://schemas.microsoft.com/office/powerpoint/2010/main" val="30897011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C3BDD-5D3B-4CAD-71A5-5366C5D6D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Whats</a:t>
            </a:r>
            <a:r>
              <a:rPr lang="en-US" dirty="0"/>
              <a:t> up with the QC Blanks?</a:t>
            </a:r>
          </a:p>
        </p:txBody>
      </p:sp>
      <p:pic>
        <p:nvPicPr>
          <p:cNvPr id="5" name="Content Placeholder 4" descr="Graphical user interface&#10;&#10;AI-generated content may be incorrect.">
            <a:extLst>
              <a:ext uri="{FF2B5EF4-FFF2-40B4-BE49-F238E27FC236}">
                <a16:creationId xmlns:a16="http://schemas.microsoft.com/office/drawing/2014/main" id="{A8E357E1-6FEB-919C-DA53-B0421F9104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5183" y="1573353"/>
            <a:ext cx="9293482" cy="51274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76DD5E9-5252-A6F3-7421-DA6FA7656C41}"/>
              </a:ext>
            </a:extLst>
          </p:cNvPr>
          <p:cNvSpPr txBox="1"/>
          <p:nvPr/>
        </p:nvSpPr>
        <p:spPr>
          <a:xfrm>
            <a:off x="3569252" y="1965739"/>
            <a:ext cx="1832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Very high signal?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8830E1-7E46-99E5-ADC8-16C3C8681440}"/>
              </a:ext>
            </a:extLst>
          </p:cNvPr>
          <p:cNvSpPr txBox="1"/>
          <p:nvPr/>
        </p:nvSpPr>
        <p:spPr>
          <a:xfrm>
            <a:off x="3282122" y="3653183"/>
            <a:ext cx="14945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 injection?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B116D3-EFA9-947D-21F6-0AD03D51E458}"/>
              </a:ext>
            </a:extLst>
          </p:cNvPr>
          <p:cNvSpPr txBox="1"/>
          <p:nvPr/>
        </p:nvSpPr>
        <p:spPr>
          <a:xfrm>
            <a:off x="5281655" y="5614504"/>
            <a:ext cx="3698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More normal</a:t>
            </a:r>
          </a:p>
        </p:txBody>
      </p:sp>
    </p:spTree>
    <p:extLst>
      <p:ext uri="{BB962C8B-B14F-4D97-AF65-F5344CB8AC3E}">
        <p14:creationId xmlns:p14="http://schemas.microsoft.com/office/powerpoint/2010/main" val="41320762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FCFD2-BAA8-DB80-BF95-51EC2404E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Chart, scatter chart&#10;&#10;AI-generated content may be incorrect.">
            <a:extLst>
              <a:ext uri="{FF2B5EF4-FFF2-40B4-BE49-F238E27FC236}">
                <a16:creationId xmlns:a16="http://schemas.microsoft.com/office/drawing/2014/main" id="{4ACA88C6-6CE7-D5B6-F29E-098A1863D5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25362" y="2055374"/>
            <a:ext cx="742663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8230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2CFC1D1-5479-9053-DD4E-90DD347EB0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3795" y="841242"/>
            <a:ext cx="7004410" cy="5175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90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hart, box and whisker chart&#10;&#10;AI-generated content may be incorrect.">
            <a:extLst>
              <a:ext uri="{FF2B5EF4-FFF2-40B4-BE49-F238E27FC236}">
                <a16:creationId xmlns:a16="http://schemas.microsoft.com/office/drawing/2014/main" id="{ACCECCD5-FF84-B90F-E105-28F8174DD1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3795" y="841242"/>
            <a:ext cx="7004410" cy="5175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3371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hart, box and whisker chart&#10;&#10;AI-generated content may be incorrect.">
            <a:extLst>
              <a:ext uri="{FF2B5EF4-FFF2-40B4-BE49-F238E27FC236}">
                <a16:creationId xmlns:a16="http://schemas.microsoft.com/office/drawing/2014/main" id="{78A24B3D-BABA-1D01-658D-9E0BE482D6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3795" y="841242"/>
            <a:ext cx="7004410" cy="5175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4459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B14C072-E1D7-973D-E935-B14FBF14EC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9050" y="784089"/>
            <a:ext cx="6813900" cy="5289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8091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hart, box and whisker chart&#10;&#10;AI-generated content may be incorrect.">
            <a:extLst>
              <a:ext uri="{FF2B5EF4-FFF2-40B4-BE49-F238E27FC236}">
                <a16:creationId xmlns:a16="http://schemas.microsoft.com/office/drawing/2014/main" id="{C23C1657-F854-19E4-1EB3-30701338CE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477" y="841242"/>
            <a:ext cx="10605045" cy="5175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8785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hart, box and whisker chart&#10;&#10;AI-generated content may be incorrect.">
            <a:extLst>
              <a:ext uri="{FF2B5EF4-FFF2-40B4-BE49-F238E27FC236}">
                <a16:creationId xmlns:a16="http://schemas.microsoft.com/office/drawing/2014/main" id="{19D882D7-51CC-9752-DEB3-10493B1A26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477" y="841242"/>
            <a:ext cx="10605045" cy="5175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0133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hart, box and whisker chart&#10;&#10;AI-generated content may be incorrect.">
            <a:extLst>
              <a:ext uri="{FF2B5EF4-FFF2-40B4-BE49-F238E27FC236}">
                <a16:creationId xmlns:a16="http://schemas.microsoft.com/office/drawing/2014/main" id="{63BE595F-D773-5CD3-4096-53A485CA97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816" y="3691289"/>
            <a:ext cx="3657600" cy="2849366"/>
          </a:xfrm>
          <a:prstGeom prst="rect">
            <a:avLst/>
          </a:prstGeom>
        </p:spPr>
      </p:pic>
      <p:pic>
        <p:nvPicPr>
          <p:cNvPr id="13" name="Picture 12" descr="Chart, box and whisker chart&#10;&#10;AI-generated content may be incorrect.">
            <a:extLst>
              <a:ext uri="{FF2B5EF4-FFF2-40B4-BE49-F238E27FC236}">
                <a16:creationId xmlns:a16="http://schemas.microsoft.com/office/drawing/2014/main" id="{00712E0F-2FF8-C78F-0970-D545BA51C9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1351" y="3587024"/>
            <a:ext cx="3657600" cy="2868908"/>
          </a:xfrm>
          <a:prstGeom prst="rect">
            <a:avLst/>
          </a:prstGeom>
        </p:spPr>
      </p:pic>
      <p:pic>
        <p:nvPicPr>
          <p:cNvPr id="15" name="Picture 14" descr="Chart, box and whisker chart&#10;&#10;AI-generated content may be incorrect.">
            <a:extLst>
              <a:ext uri="{FF2B5EF4-FFF2-40B4-BE49-F238E27FC236}">
                <a16:creationId xmlns:a16="http://schemas.microsoft.com/office/drawing/2014/main" id="{1E2FC9A4-01D3-3DB4-ACB0-C19A762340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9949" y="402068"/>
            <a:ext cx="3657600" cy="2926080"/>
          </a:xfrm>
          <a:prstGeom prst="rect">
            <a:avLst/>
          </a:prstGeom>
        </p:spPr>
      </p:pic>
      <p:pic>
        <p:nvPicPr>
          <p:cNvPr id="17" name="Picture 16" descr="Chart, box and whisker chart&#10;&#10;AI-generated content may be incorrect.">
            <a:extLst>
              <a:ext uri="{FF2B5EF4-FFF2-40B4-BE49-F238E27FC236}">
                <a16:creationId xmlns:a16="http://schemas.microsoft.com/office/drawing/2014/main" id="{E86A9B34-E56E-63F4-82D5-02C2792060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553" y="493187"/>
            <a:ext cx="3657600" cy="2868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3457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hart, box and whisker chart&#10;&#10;AI-generated content may be incorrect.">
            <a:extLst>
              <a:ext uri="{FF2B5EF4-FFF2-40B4-BE49-F238E27FC236}">
                <a16:creationId xmlns:a16="http://schemas.microsoft.com/office/drawing/2014/main" id="{55D3C879-B58C-7157-22A1-52DD4D67FD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5728" y="784089"/>
            <a:ext cx="6680543" cy="5289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4984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3BF281-4083-CA86-E5CC-7AD8D75885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150" y="384018"/>
            <a:ext cx="8731699" cy="6089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535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hart, box and whisker chart&#10;&#10;AI-generated content may be incorrect.">
            <a:extLst>
              <a:ext uri="{FF2B5EF4-FFF2-40B4-BE49-F238E27FC236}">
                <a16:creationId xmlns:a16="http://schemas.microsoft.com/office/drawing/2014/main" id="{0DEEFD4D-C55E-6DC0-C44C-070B95D95B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3833"/>
            <a:ext cx="12192000" cy="637033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9C50E17-B257-D0B0-2BBA-E5DB2458E4EB}"/>
              </a:ext>
            </a:extLst>
          </p:cNvPr>
          <p:cNvSpPr txBox="1"/>
          <p:nvPr/>
        </p:nvSpPr>
        <p:spPr>
          <a:xfrm>
            <a:off x="2619136" y="634107"/>
            <a:ext cx="64872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Ratio of peaks with ‘organic’ KMD to those with ‘inorganic’ KMDs</a:t>
            </a:r>
          </a:p>
        </p:txBody>
      </p:sp>
    </p:spTree>
    <p:extLst>
      <p:ext uri="{BB962C8B-B14F-4D97-AF65-F5344CB8AC3E}">
        <p14:creationId xmlns:p14="http://schemas.microsoft.com/office/powerpoint/2010/main" val="36922010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hart, box and whisker chart&#10;&#10;AI-generated content may be incorrect.">
            <a:extLst>
              <a:ext uri="{FF2B5EF4-FFF2-40B4-BE49-F238E27FC236}">
                <a16:creationId xmlns:a16="http://schemas.microsoft.com/office/drawing/2014/main" id="{803D59E9-53DD-712C-89C2-B335037170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3833"/>
            <a:ext cx="12192000" cy="637033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A0710DD-79C9-8D7D-AF8A-582F3EB7AF62}"/>
              </a:ext>
            </a:extLst>
          </p:cNvPr>
          <p:cNvSpPr txBox="1"/>
          <p:nvPr/>
        </p:nvSpPr>
        <p:spPr>
          <a:xfrm>
            <a:off x="1047654" y="119470"/>
            <a:ext cx="3445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Ratio of 13C peaks to 37Cl peaks</a:t>
            </a:r>
          </a:p>
        </p:txBody>
      </p:sp>
    </p:spTree>
    <p:extLst>
      <p:ext uri="{BB962C8B-B14F-4D97-AF65-F5344CB8AC3E}">
        <p14:creationId xmlns:p14="http://schemas.microsoft.com/office/powerpoint/2010/main" val="16498791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hart, box and whisker chart&#10;&#10;AI-generated content may be incorrect.">
            <a:extLst>
              <a:ext uri="{FF2B5EF4-FFF2-40B4-BE49-F238E27FC236}">
                <a16:creationId xmlns:a16="http://schemas.microsoft.com/office/drawing/2014/main" id="{DC47EC15-B6E6-0D2B-BE62-7B21BEAC46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3833"/>
            <a:ext cx="12192000" cy="6370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5915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hart, line chart&#10;&#10;AI-generated content may be incorrect.">
            <a:extLst>
              <a:ext uri="{FF2B5EF4-FFF2-40B4-BE49-F238E27FC236}">
                <a16:creationId xmlns:a16="http://schemas.microsoft.com/office/drawing/2014/main" id="{E24B75CE-2A36-2C45-100A-460EFE3DEF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45" y="1190510"/>
            <a:ext cx="10878109" cy="44769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EFC84D3-A083-796C-0806-43F1B87EC64F}"/>
              </a:ext>
            </a:extLst>
          </p:cNvPr>
          <p:cNvSpPr txBox="1"/>
          <p:nvPr/>
        </p:nvSpPr>
        <p:spPr>
          <a:xfrm>
            <a:off x="441739" y="88348"/>
            <a:ext cx="115028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Consensus identification – requires 2/2 measurement reps and 2/3 sample reps for an annotation to be kept</a:t>
            </a:r>
          </a:p>
        </p:txBody>
      </p:sp>
    </p:spTree>
    <p:extLst>
      <p:ext uri="{BB962C8B-B14F-4D97-AF65-F5344CB8AC3E}">
        <p14:creationId xmlns:p14="http://schemas.microsoft.com/office/powerpoint/2010/main" val="20368491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atter chart&#10;&#10;AI-generated content may be incorrect.">
            <a:extLst>
              <a:ext uri="{FF2B5EF4-FFF2-40B4-BE49-F238E27FC236}">
                <a16:creationId xmlns:a16="http://schemas.microsoft.com/office/drawing/2014/main" id="{4B2289B0-D148-03DC-88A6-1FFD17FED7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3822" y="0"/>
            <a:ext cx="838435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7757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hart, scatter chart&#10;&#10;AI-generated content may be incorrect.">
            <a:extLst>
              <a:ext uri="{FF2B5EF4-FFF2-40B4-BE49-F238E27FC236}">
                <a16:creationId xmlns:a16="http://schemas.microsoft.com/office/drawing/2014/main" id="{8C219931-83C6-C4A5-BCED-8C0F99753F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3822" y="0"/>
            <a:ext cx="838435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1011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hart, bar chart&#10;&#10;AI-generated content may be incorrect.">
            <a:extLst>
              <a:ext uri="{FF2B5EF4-FFF2-40B4-BE49-F238E27FC236}">
                <a16:creationId xmlns:a16="http://schemas.microsoft.com/office/drawing/2014/main" id="{55FCE6BB-3C88-5FE0-0E0E-F2199FB8DA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0460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hart, bar chart&#10;&#10;AI-generated content may be incorrect.">
            <a:extLst>
              <a:ext uri="{FF2B5EF4-FFF2-40B4-BE49-F238E27FC236}">
                <a16:creationId xmlns:a16="http://schemas.microsoft.com/office/drawing/2014/main" id="{AB67DDBB-572A-5044-005B-AF13CC6E19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3759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76</Words>
  <Application>Microsoft Office PowerPoint</Application>
  <PresentationFormat>Widescreen</PresentationFormat>
  <Paragraphs>13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Aptos</vt:lpstr>
      <vt:lpstr>Aptos Display</vt:lpstr>
      <vt:lpstr>Arial</vt:lpstr>
      <vt:lpstr>Office Theme</vt:lpstr>
      <vt:lpstr>62037 CRESS</vt:lpstr>
      <vt:lpstr>QC Checks</vt:lpstr>
      <vt:lpstr>TIC distributions</vt:lpstr>
      <vt:lpstr>Whats up with the QC Blanks?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Kew, Will</dc:creator>
  <cp:lastModifiedBy>Kew, Will</cp:lastModifiedBy>
  <cp:revision>1</cp:revision>
  <dcterms:created xsi:type="dcterms:W3CDTF">2026-03-06T18:53:43Z</dcterms:created>
  <dcterms:modified xsi:type="dcterms:W3CDTF">2026-03-06T19:59:05Z</dcterms:modified>
</cp:coreProperties>
</file>